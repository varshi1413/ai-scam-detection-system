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3786F1-EF12-A2F5-D51D-1140EA5882D0}"/>
              </a:ext>
            </a:extLst>
          </p:cNvPr>
          <p:cNvSpPr txBox="1"/>
          <p:nvPr/>
        </p:nvSpPr>
        <p:spPr>
          <a:xfrm>
            <a:off x="1503015" y="1160807"/>
            <a:ext cx="5356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Community-Driven Scam &amp; Offer Verification Platform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1EA7C-8BDF-F6A8-A9BB-29D1F1889148}"/>
              </a:ext>
            </a:extLst>
          </p:cNvPr>
          <p:cNvSpPr txBox="1"/>
          <p:nvPr/>
        </p:nvSpPr>
        <p:spPr>
          <a:xfrm>
            <a:off x="1241522" y="2997793"/>
            <a:ext cx="6408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“Helping students identify </a:t>
            </a:r>
            <a:r>
              <a:rPr lang="en-US" b="1" dirty="0"/>
              <a:t>genuine opportunities </a:t>
            </a:r>
            <a:r>
              <a:rPr lang="en-US" dirty="0"/>
              <a:t>through </a:t>
            </a:r>
            <a:r>
              <a:rPr lang="en-US" b="1" dirty="0"/>
              <a:t>shared experiences</a:t>
            </a:r>
            <a:r>
              <a:rPr lang="en-US" dirty="0"/>
              <a:t>”</a:t>
            </a:r>
            <a:endParaRPr lang="en-IN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55098D-5706-AD57-E13E-156C0106CF76}"/>
              </a:ext>
            </a:extLst>
          </p:cNvPr>
          <p:cNvSpPr/>
          <p:nvPr/>
        </p:nvSpPr>
        <p:spPr>
          <a:xfrm>
            <a:off x="0" y="4322994"/>
            <a:ext cx="9144000" cy="1668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F9DB9-6C64-7F65-9267-086B78641EB4}"/>
              </a:ext>
            </a:extLst>
          </p:cNvPr>
          <p:cNvSpPr txBox="1"/>
          <p:nvPr/>
        </p:nvSpPr>
        <p:spPr>
          <a:xfrm>
            <a:off x="2476500" y="4442581"/>
            <a:ext cx="419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Team Code Crafters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AB33C8-7EC0-18BB-414F-CDB4C26A6BB3}"/>
              </a:ext>
            </a:extLst>
          </p:cNvPr>
          <p:cNvCxnSpPr/>
          <p:nvPr/>
        </p:nvCxnSpPr>
        <p:spPr>
          <a:xfrm>
            <a:off x="1893939" y="2534506"/>
            <a:ext cx="5103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35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6C4F67-EB59-01EE-399D-7E7E99708197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F4FE6-07E9-9FD0-6C9F-AFD0AC31332E}"/>
              </a:ext>
            </a:extLst>
          </p:cNvPr>
          <p:cNvSpPr txBox="1"/>
          <p:nvPr/>
        </p:nvSpPr>
        <p:spPr>
          <a:xfrm>
            <a:off x="355600" y="91269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800" dirty="0">
                <a:solidFill>
                  <a:schemeClr val="bg1"/>
                </a:solidFill>
              </a:rPr>
              <a:t>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8683F-65F1-29E7-3D1A-9C0391FD9E1E}"/>
              </a:ext>
            </a:extLst>
          </p:cNvPr>
          <p:cNvSpPr txBox="1"/>
          <p:nvPr/>
        </p:nvSpPr>
        <p:spPr>
          <a:xfrm>
            <a:off x="287866" y="1814726"/>
            <a:ext cx="9059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Internship and job offer scams are increasingly targeting students, especially freshers</a:t>
            </a: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Students often receive offers through unverified emails, messages, or informal platforms</a:t>
            </a: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There is </a:t>
            </a:r>
            <a:r>
              <a:rPr lang="en-US" b="1" dirty="0">
                <a:latin typeface="Aptos" panose="020B0004020202020204" pitchFamily="34" charset="0"/>
              </a:rPr>
              <a:t>no trusted, centralized system</a:t>
            </a:r>
            <a:r>
              <a:rPr lang="en-US" dirty="0">
                <a:latin typeface="Aptos" panose="020B0004020202020204" pitchFamily="34" charset="0"/>
              </a:rPr>
              <a:t> for students to verify the authenticity of these offers</a:t>
            </a: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Existing platforms lack </a:t>
            </a:r>
            <a:r>
              <a:rPr lang="en-US" b="1" dirty="0">
                <a:latin typeface="Aptos" panose="020B0004020202020204" pitchFamily="34" charset="0"/>
              </a:rPr>
              <a:t>community-backed validation</a:t>
            </a:r>
            <a:r>
              <a:rPr lang="en-US" dirty="0">
                <a:latin typeface="Aptos" panose="020B0004020202020204" pitchFamily="34" charset="0"/>
              </a:rPr>
              <a:t> and real student experiences</a:t>
            </a:r>
          </a:p>
          <a:p>
            <a:pPr marL="342900" indent="-342900">
              <a:lnSpc>
                <a:spcPts val="24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As a result, students face financial loss, wasted time, and loss of trust in career opportunities</a:t>
            </a:r>
            <a:endParaRPr lang="en-IN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849C27-AF0F-2C1C-F8C9-6598F92275B8}"/>
              </a:ext>
            </a:extLst>
          </p:cNvPr>
          <p:cNvSpPr/>
          <p:nvPr/>
        </p:nvSpPr>
        <p:spPr>
          <a:xfrm>
            <a:off x="491613" y="5005667"/>
            <a:ext cx="8160774" cy="144613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9C30D-6EA3-3AA1-A920-0225F1B723EF}"/>
              </a:ext>
            </a:extLst>
          </p:cNvPr>
          <p:cNvSpPr txBox="1"/>
          <p:nvPr/>
        </p:nvSpPr>
        <p:spPr>
          <a:xfrm>
            <a:off x="846667" y="5334000"/>
            <a:ext cx="7266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Issue: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are forced to make important career decisions without reliable or verified information.</a:t>
            </a:r>
          </a:p>
          <a:p>
            <a:pPr algn="ctr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459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A8E9-07F6-7D6F-B170-ABD3DB8E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24EEA-E1ED-1B73-9AC0-B6B76B31D5FC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1E56E-495B-E8D5-52A3-346C9AB02A7F}"/>
              </a:ext>
            </a:extLst>
          </p:cNvPr>
          <p:cNvSpPr txBox="1"/>
          <p:nvPr/>
        </p:nvSpPr>
        <p:spPr>
          <a:xfrm>
            <a:off x="360679" y="92921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IN" sz="2800" dirty="0"/>
              <a:t>🧠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2E813-BB73-52C3-F9BF-019C00E8F43C}"/>
              </a:ext>
            </a:extLst>
          </p:cNvPr>
          <p:cNvSpPr txBox="1"/>
          <p:nvPr/>
        </p:nvSpPr>
        <p:spPr>
          <a:xfrm>
            <a:off x="1667934" y="1730059"/>
            <a:ext cx="79671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Community Scam Detector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7DCB3-25FB-9D51-F528-535CFB961C09}"/>
              </a:ext>
            </a:extLst>
          </p:cNvPr>
          <p:cNvSpPr txBox="1"/>
          <p:nvPr/>
        </p:nvSpPr>
        <p:spPr>
          <a:xfrm>
            <a:off x="360679" y="2468723"/>
            <a:ext cx="8563188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A </a:t>
            </a:r>
            <a:r>
              <a:rPr lang="en-US" b="1" dirty="0">
                <a:latin typeface="Aptos" panose="020B0004020202020204" pitchFamily="34" charset="0"/>
              </a:rPr>
              <a:t>college-restricted web platform</a:t>
            </a:r>
            <a:r>
              <a:rPr lang="en-US" dirty="0">
                <a:latin typeface="Aptos" panose="020B0004020202020204" pitchFamily="34" charset="0"/>
              </a:rPr>
              <a:t> where only verified students can participate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Students can submit internship or job offer details and share real experiences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AI assists in analyzing offer content and summarizing community feedback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Each student is allowed </a:t>
            </a:r>
            <a:r>
              <a:rPr lang="en-US" b="1" dirty="0">
                <a:latin typeface="Aptos" panose="020B0004020202020204" pitchFamily="34" charset="0"/>
              </a:rPr>
              <a:t>only one </a:t>
            </a:r>
            <a:r>
              <a:rPr lang="en-US" b="1">
                <a:latin typeface="Aptos" panose="020B0004020202020204" pitchFamily="34" charset="0"/>
              </a:rPr>
              <a:t>review per offer</a:t>
            </a:r>
            <a:r>
              <a:rPr lang="en-US">
                <a:latin typeface="Aptos" panose="020B0004020202020204" pitchFamily="34" charset="0"/>
              </a:rPr>
              <a:t>, </a:t>
            </a:r>
            <a:r>
              <a:rPr lang="en-US" dirty="0">
                <a:latin typeface="Aptos" panose="020B0004020202020204" pitchFamily="34" charset="0"/>
              </a:rPr>
              <a:t>ensuring fairness and credibility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ptos" panose="020B0004020202020204" pitchFamily="34" charset="0"/>
              </a:rPr>
              <a:t>The platform presents a </a:t>
            </a:r>
            <a:r>
              <a:rPr lang="en-US" b="1" dirty="0">
                <a:latin typeface="Aptos" panose="020B0004020202020204" pitchFamily="34" charset="0"/>
              </a:rPr>
              <a:t>clear, community-driven verdict</a:t>
            </a:r>
            <a:r>
              <a:rPr lang="en-US" dirty="0">
                <a:latin typeface="Aptos" panose="020B0004020202020204" pitchFamily="34" charset="0"/>
              </a:rPr>
              <a:t> to help students decide safely</a:t>
            </a:r>
            <a:endParaRPr lang="en-IN" dirty="0">
              <a:latin typeface="Aptos" panose="020B0004020202020204" pitchFamily="34" charset="0"/>
            </a:endParaRPr>
          </a:p>
          <a:p>
            <a:pPr>
              <a:spcBef>
                <a:spcPts val="600"/>
              </a:spcBef>
            </a:pP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51F618-B75A-608E-7A31-4CACB1849955}"/>
              </a:ext>
            </a:extLst>
          </p:cNvPr>
          <p:cNvCxnSpPr>
            <a:cxnSpLocks/>
          </p:cNvCxnSpPr>
          <p:nvPr/>
        </p:nvCxnSpPr>
        <p:spPr>
          <a:xfrm>
            <a:off x="1786467" y="5034768"/>
            <a:ext cx="58444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038E53-9B64-7C9D-6AB2-BBA4F95BE31B}"/>
              </a:ext>
            </a:extLst>
          </p:cNvPr>
          <p:cNvSpPr txBox="1"/>
          <p:nvPr/>
        </p:nvSpPr>
        <p:spPr>
          <a:xfrm>
            <a:off x="567267" y="5232400"/>
            <a:ext cx="809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trusted ecosystem where students protect each other from scams using collective intelligence and AI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75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E5AC-2F6F-F1BD-B132-F06F37D1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85317-A608-A86F-73F1-7730FF470586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CB190-3E7E-5BC9-6549-15AC2098DBF0}"/>
              </a:ext>
            </a:extLst>
          </p:cNvPr>
          <p:cNvSpPr txBox="1"/>
          <p:nvPr/>
        </p:nvSpPr>
        <p:spPr>
          <a:xfrm>
            <a:off x="0" y="91269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Tech Stack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C11A88-A142-57EF-042C-6DDA40564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11" y="1996222"/>
            <a:ext cx="8333378" cy="38711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8509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D514F-EEF9-FA9E-D7FB-08958AC9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B60B6-FC64-ABF9-18CC-1B85A2666288}"/>
              </a:ext>
            </a:extLst>
          </p:cNvPr>
          <p:cNvSpPr/>
          <p:nvPr/>
        </p:nvSpPr>
        <p:spPr>
          <a:xfrm>
            <a:off x="0" y="453209"/>
            <a:ext cx="8406581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35070-9257-D609-5B17-34F4EA988493}"/>
              </a:ext>
            </a:extLst>
          </p:cNvPr>
          <p:cNvSpPr txBox="1"/>
          <p:nvPr/>
        </p:nvSpPr>
        <p:spPr>
          <a:xfrm>
            <a:off x="0" y="453209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Work Flow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035055-50EC-8974-3CAA-FB9DAD4E0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95" y="1129272"/>
            <a:ext cx="6860238" cy="55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0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2B28-985B-1521-1382-D9C972CC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C6C355-BDB0-E7CC-1DD7-245529C750D5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21435-DE3B-4536-C4DA-D025349C9A7C}"/>
              </a:ext>
            </a:extLst>
          </p:cNvPr>
          <p:cNvSpPr txBox="1"/>
          <p:nvPr/>
        </p:nvSpPr>
        <p:spPr>
          <a:xfrm>
            <a:off x="0" y="91269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Benefits and Impact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3DA07109-5CDD-0FB6-0917-F9F1AA278ACC}"/>
              </a:ext>
            </a:extLst>
          </p:cNvPr>
          <p:cNvSpPr/>
          <p:nvPr/>
        </p:nvSpPr>
        <p:spPr>
          <a:xfrm>
            <a:off x="721045" y="2174362"/>
            <a:ext cx="3656781" cy="3770946"/>
          </a:xfrm>
          <a:prstGeom prst="round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Community-verified in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ternship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job offer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scam detection and review summarization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college-restricted platform ensures data reliability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student–one review system improves trust and fairness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6AF7B-18CC-1D40-AC7B-B63259952234}"/>
              </a:ext>
            </a:extLst>
          </p:cNvPr>
          <p:cNvSpPr/>
          <p:nvPr/>
        </p:nvSpPr>
        <p:spPr>
          <a:xfrm>
            <a:off x="1305805" y="1647131"/>
            <a:ext cx="2487262" cy="6782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dirty="0"/>
          </a:p>
        </p:txBody>
      </p:sp>
      <p:pic>
        <p:nvPicPr>
          <p:cNvPr id="8" name="Picture 7" descr="Check mark ">
            <a:extLst>
              <a:ext uri="{FF2B5EF4-FFF2-40B4-BE49-F238E27FC236}">
                <a16:creationId xmlns:a16="http://schemas.microsoft.com/office/drawing/2014/main" id="{EC12F040-2699-3B3F-BB7F-6DD7510A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" y="1524820"/>
            <a:ext cx="1179567" cy="1179567"/>
          </a:xfrm>
          <a:prstGeom prst="rect">
            <a:avLst/>
          </a:prstGeom>
        </p:spPr>
      </p:pic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B132EED7-DC72-47B0-FDC2-EB5975AF1A9A}"/>
              </a:ext>
            </a:extLst>
          </p:cNvPr>
          <p:cNvSpPr/>
          <p:nvPr/>
        </p:nvSpPr>
        <p:spPr>
          <a:xfrm>
            <a:off x="4918532" y="2174362"/>
            <a:ext cx="3656781" cy="3770946"/>
          </a:xfrm>
          <a:prstGeom prst="round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internship and job-related scams among students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financial and emotional losses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informed and safer career decisions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culture of peer awareness and accountability</a:t>
            </a: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23F5E8-7C80-D635-FBD6-3B2A2F259F39}"/>
              </a:ext>
            </a:extLst>
          </p:cNvPr>
          <p:cNvSpPr/>
          <p:nvPr/>
        </p:nvSpPr>
        <p:spPr>
          <a:xfrm>
            <a:off x="5521932" y="1647130"/>
            <a:ext cx="2487262" cy="6782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IMPACT</a:t>
            </a:r>
            <a:endParaRPr lang="en-IN" dirty="0"/>
          </a:p>
        </p:txBody>
      </p:sp>
      <p:pic>
        <p:nvPicPr>
          <p:cNvPr id="11" name="Picture 10" descr="Like ">
            <a:extLst>
              <a:ext uri="{FF2B5EF4-FFF2-40B4-BE49-F238E27FC236}">
                <a16:creationId xmlns:a16="http://schemas.microsoft.com/office/drawing/2014/main" id="{34D51D5E-4687-B0E3-BE7A-3AB1A1FF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3" y="1524820"/>
            <a:ext cx="970755" cy="97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4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6739-70E5-F521-FAC8-731CE829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E3F95F-3C4F-58DD-EA84-5248D1606D0D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15EAB-351A-A897-5846-A9B5E719878C}"/>
              </a:ext>
            </a:extLst>
          </p:cNvPr>
          <p:cNvSpPr txBox="1"/>
          <p:nvPr/>
        </p:nvSpPr>
        <p:spPr>
          <a:xfrm>
            <a:off x="360679" y="92921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B612A-F82C-3588-6402-7F91F9F04203}"/>
              </a:ext>
            </a:extLst>
          </p:cNvPr>
          <p:cNvSpPr txBox="1"/>
          <p:nvPr/>
        </p:nvSpPr>
        <p:spPr>
          <a:xfrm>
            <a:off x="360679" y="2468723"/>
            <a:ext cx="85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B338B9-2FA3-B67E-925C-EA0358E637DD}"/>
              </a:ext>
            </a:extLst>
          </p:cNvPr>
          <p:cNvCxnSpPr>
            <a:cxnSpLocks/>
          </p:cNvCxnSpPr>
          <p:nvPr/>
        </p:nvCxnSpPr>
        <p:spPr>
          <a:xfrm>
            <a:off x="1649789" y="3429000"/>
            <a:ext cx="58444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64B37A-019C-F268-2C99-CEA803FBA58F}"/>
              </a:ext>
            </a:extLst>
          </p:cNvPr>
          <p:cNvSpPr txBox="1"/>
          <p:nvPr/>
        </p:nvSpPr>
        <p:spPr>
          <a:xfrm>
            <a:off x="1299633" y="1951672"/>
            <a:ext cx="6544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scam detection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verification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student–one review policy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College-restricted trusted platform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E9504-1E38-B455-7F0A-4E50D6C908DC}"/>
              </a:ext>
            </a:extLst>
          </p:cNvPr>
          <p:cNvSpPr txBox="1"/>
          <p:nvPr/>
        </p:nvSpPr>
        <p:spPr>
          <a:xfrm>
            <a:off x="601133" y="3878085"/>
            <a:ext cx="3818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LOGIC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EF6CC-28CD-A450-FEDB-689A613B304C}"/>
              </a:ext>
            </a:extLst>
          </p:cNvPr>
          <p:cNvSpPr txBox="1"/>
          <p:nvPr/>
        </p:nvSpPr>
        <p:spPr>
          <a:xfrm>
            <a:off x="922867" y="4377267"/>
            <a:ext cx="8001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votes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categorized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scam, genuine&amp; doubtful 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some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decisive rules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as:</a:t>
            </a:r>
          </a:p>
          <a:p>
            <a:pPr lvl="4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≥60% same vote → Final verdict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majority → Doubtful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vote count → Under Review ,decisions are made.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65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964E8-67BA-1B36-C2BD-F691729E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6397CA-98C8-9693-70D0-FF4601ABC87B}"/>
              </a:ext>
            </a:extLst>
          </p:cNvPr>
          <p:cNvSpPr/>
          <p:nvPr/>
        </p:nvSpPr>
        <p:spPr>
          <a:xfrm>
            <a:off x="0" y="912692"/>
            <a:ext cx="8113305" cy="5562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5FD67-ECFD-3CBB-7C3B-62808D047B90}"/>
              </a:ext>
            </a:extLst>
          </p:cNvPr>
          <p:cNvSpPr txBox="1"/>
          <p:nvPr/>
        </p:nvSpPr>
        <p:spPr>
          <a:xfrm>
            <a:off x="0" y="912692"/>
            <a:ext cx="5417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Future Scope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9D705F0-7EC4-B5FA-B8AA-043C253E5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358" y="2200853"/>
            <a:ext cx="6367909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platform to multiple colleges and universities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AI-based scam detection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 for instant offer verification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blockchain for secure and tamper-proof reviews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FE8056-1494-1712-00A9-153235147FA0}"/>
              </a:ext>
            </a:extLst>
          </p:cNvPr>
          <p:cNvSpPr/>
          <p:nvPr/>
        </p:nvSpPr>
        <p:spPr>
          <a:xfrm>
            <a:off x="-84667" y="4599267"/>
            <a:ext cx="9313334" cy="144613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4BE12-F71F-E293-F6A3-7763A985410F}"/>
              </a:ext>
            </a:extLst>
          </p:cNvPr>
          <p:cNvSpPr txBox="1"/>
          <p:nvPr/>
        </p:nvSpPr>
        <p:spPr>
          <a:xfrm>
            <a:off x="3361267" y="5060725"/>
            <a:ext cx="538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43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361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 Jothi</dc:creator>
  <cp:keywords/>
  <dc:description>generated using python-pptx</dc:description>
  <cp:lastModifiedBy>S B Varshitha</cp:lastModifiedBy>
  <cp:revision>9</cp:revision>
  <dcterms:created xsi:type="dcterms:W3CDTF">2013-01-27T09:14:16Z</dcterms:created>
  <dcterms:modified xsi:type="dcterms:W3CDTF">2026-02-13T17:51:36Z</dcterms:modified>
  <cp:category/>
</cp:coreProperties>
</file>